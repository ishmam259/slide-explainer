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explain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explain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explain single-leader.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explain 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explain asynchronous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explain failover.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 explain replication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 explain replication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 explain read-your-writes.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 explain monotonic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11: explain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12: explain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13: explain single-leader.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14: explain 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15: explain asynchronous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16: explain failover.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17: explain replication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18: explain replication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19: explain read-your-writes.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20: explain monotonic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21: explain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22: explain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23: explain single-leader.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24: explain 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25: explain asynchronous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26: explain failover.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27: explain replication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28: explain replication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29: explain read-your-writes.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30: explain monotonic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31: explain replication.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32: explain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33: explain single-leader.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34: explain 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35: explain asynchronous followers.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36: explain failover.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37: explain replication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38: explain replication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39: explain read-your-writes.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40: explain monotonic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Copies of the same data on several machines connected by a network.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Keep data close to users, keep working when parts fail, scale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All writes go to one leader; followers apply its replication log.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Synchronous followers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waits for the follower before confirming the write.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followers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confirms immediately; followers may lag behind.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Failover: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Statement-based, write-ahead log shipping, or logical row logs.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Followers can be seconds behind; reads may see stale data.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Read-your-writes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always sees their own updates after they submit them.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Monotonic 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never sees time move backwards across successive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Copies of the same data on several machines connected by a network.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Keep data close to users, keep working when parts fail, scale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 vs async replication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Synchronous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Asynchronous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Write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Leader blocked by slow follower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Synchronous followers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waits for the follower before confirming the write.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followers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confirms immediately; followers may lag behind.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Failover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Detect a dead leader, choose a new one, reconfigure clients.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logs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Statement-based, write-ahead log shipping, or logical row logs.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lag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Followers can be seconds behind; reads may see stale data.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Read-your-writes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always sees their own updates after they submit them.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Monotonic reads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never sees time move backwards across successive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Replication: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Keep data close to users, keep working when parts fail, scale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Single-leader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All writes go to one leader; followers apply its replication log.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Synchronous followers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waits for the follower before confirming the write.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followers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confirms immediately; followers may lag behind.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Failover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Detect a dead leader, choose a new one, reconfigure clients.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logs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Statement-based, write-ahead log shipping, or logical row logs.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lag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Followers can be seconds behind; reads may see stale data.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Read-your-writes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always sees their own updates after they submit them.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Monotonic reads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never sees time move backwards across successive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Copies of the same data on several machines connected by a network.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Keep data close to users, keep working when parts fail, scale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Single-leader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All writes go to one leader; followers apply its replication log.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Synchronous followers: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459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followers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leader confirms immediately; followers may lag behind.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Failover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Detect a dead leader, choose a new one, reconfigure clients.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logs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Statement-based, write-ahead log shipping, or logical row logs.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lag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Followers can be seconds behind; reads may see stale data.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Read-your-writes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always sees their own updates after they submit them.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Monotonic reads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user never sees time move backwards across successive reads.</a:t>
            </a:r>
          </a:p>
          <a:p>
            <a:r>
              <a:rPr sz="2400"/>
              <a:t>Trade-off: consistency versus latency and availability.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